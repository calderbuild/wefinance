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58" r:id="rId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79C6"/>
    <a:srgbClr val="EC3462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6"/>
  </p:normalViewPr>
  <p:slideViewPr>
    <p:cSldViewPr snapToGrid="0" showGuides="1">
      <p:cViewPr varScale="1">
        <p:scale>
          <a:sx n="82" d="100"/>
          <a:sy n="82" d="100"/>
        </p:scale>
        <p:origin x="437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"/>
            <a:ext cx="12192635" cy="6858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9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CAFA48-CE2A-E184-9106-9E6A1F5CFC61}"/>
              </a:ext>
            </a:extLst>
          </p:cNvPr>
          <p:cNvSpPr txBox="1"/>
          <p:nvPr/>
        </p:nvSpPr>
        <p:spPr>
          <a:xfrm>
            <a:off x="672841" y="439295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作品名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E323A6-5F07-AC8E-2B85-235ECA42B0BE}"/>
              </a:ext>
            </a:extLst>
          </p:cNvPr>
          <p:cNvSpPr txBox="1"/>
          <p:nvPr/>
        </p:nvSpPr>
        <p:spPr>
          <a:xfrm>
            <a:off x="734834" y="52608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团队名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1299210" y="2945130"/>
            <a:ext cx="1823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03985" y="3833495"/>
            <a:ext cx="1633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sym typeface="+mn-ea"/>
              </a:rPr>
              <a:t>CONTENTS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15105" y="218186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50740" y="218186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86625" y="218948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02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22260" y="21894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9732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55820" y="3259138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9170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27340" y="3259138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9732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05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55820" y="4421188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9170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06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27340" y="4421188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目录内容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演示主标题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宽屏</PresentationFormat>
  <Paragraphs>18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 Bold</vt:lpstr>
      <vt:lpstr>HarmonyOS Sans SC Medium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Jiaguan Dong</cp:lastModifiedBy>
  <cp:revision>34</cp:revision>
  <dcterms:created xsi:type="dcterms:W3CDTF">2023-10-18T07:50:09Z</dcterms:created>
  <dcterms:modified xsi:type="dcterms:W3CDTF">2025-09-18T13:33:42Z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B24CF714F5C0EBA4C7872F65158432DF_41</vt:lpwstr>
  </property>
</Properties>
</file>